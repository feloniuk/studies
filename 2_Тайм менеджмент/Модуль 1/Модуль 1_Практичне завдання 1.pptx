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0155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Основи тайм-менеджменту та часу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66268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Практичне заняття — відповіді на сім питань про властивості часу, його види та особистий досвід управління часовими ресурсами.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203897"/>
            <a:ext cx="489421" cy="233214"/>
          </a:xfrm>
          <a:prstGeom prst="roundRect">
            <a:avLst>
              <a:gd name="adj" fmla="val 6383"/>
            </a:avLst>
          </a:prstGeom>
          <a:solidFill>
            <a:srgbClr val="D7F4E4"/>
          </a:solidFill>
          <a:ln/>
        </p:spPr>
      </p:sp>
      <p:sp>
        <p:nvSpPr>
          <p:cNvPr id="6" name="Text 3"/>
          <p:cNvSpPr/>
          <p:nvPr/>
        </p:nvSpPr>
        <p:spPr>
          <a:xfrm>
            <a:off x="3999533" y="3241104"/>
            <a:ext cx="79779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ТЕМА 1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76527" y="3199135"/>
            <a:ext cx="1249040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55703" y="3241104"/>
            <a:ext cx="154788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ТАЙМ-МЕНЕДЖМЕНТ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2825"/>
            <a:ext cx="557949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Властивості часу: особистий досвід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986409"/>
            <a:ext cx="4103191" cy="1744191"/>
          </a:xfrm>
          <a:prstGeom prst="roundRect">
            <a:avLst>
              <a:gd name="adj" fmla="val 1067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211038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Теорія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428205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Час має чотири ключові властивості: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об'єктивність, однонаправленість, однорідність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та взаємозв'язок з простором і рухом. У тайм-менеджменті час — обмежений, невідновлюваний ресурс.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11038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Мій досвід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428205"/>
            <a:ext cx="392459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Об'єктивність: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спринт триває рівно два тижні незалежно від результату.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Однонаправленість: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запізнення на дейлі чи зустріч із замовником — той момент уже не повернути.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Однорідність: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година глибокої аналітики «з'їдається» непомітно, а година нудних узгоджень тягнеться.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9612"/>
            <a:ext cx="457921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Символи переживання часу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15182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193915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⚫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Крапка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207419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Момент презентації результатів замовнику — усе зосереджено в одній миті.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1815182"/>
            <a:ext cx="2634630" cy="1111597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3378622" y="193915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⭕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Колесо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8622" y="2207419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Scrum-рутина: дейлі, планування, демо, ретро — щоспринту. Також щоденний цикл із двома дітьми.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1815182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6137225" y="193915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➖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Відрізок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7225" y="2207419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Конкретний проект або фіча з чіткими початком і дедлайном.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050753"/>
            <a:ext cx="4013820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20092" y="31747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🌀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Спіраль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092" y="3442990"/>
            <a:ext cx="37658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Професійне зростання: щороку ті самі задачі аналітика, але на глибшому рівні — до ролі Lead BA.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3913" y="3050753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7886" y="31747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→ Пряма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7886" y="3442990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Довгострокова кар'єрна траєкторія від бакалавра з економічної кібернетики до магістра й далі.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70930"/>
            <a:ext cx="515317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Фізичний час у межах квартири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344513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Фізичний час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об'єктивний, реальний відрізок, що виділяється для виконання завдань, незалежно від суб'єктивного сприйняття.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880964"/>
            <a:ext cx="310083" cy="310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90206" y="18809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Годинник і таймери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90206" y="2149227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Управління задачами через таймери в iPhone — реальні виміряні відрізки.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794174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90206" y="279417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Побутові цикли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390206" y="3062436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Скільки гріється пляшечка для дитини, цикл пральної машини — незалежно від сприйняття.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707383"/>
            <a:ext cx="310083" cy="3100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90206" y="370738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Ранкові ритуали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390206" y="3975646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 скільки закипає чайник чи вариться кава перед роботою — точні, вимірювані інтервали.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6385"/>
            <a:ext cx="423557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Біологічний час і моє тіло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5195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Біологічний час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у тайм-менеджменті — узгодження плану роботи з індивідуальними біоритмами для максимального використання піків енергії.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2488406"/>
            <a:ext cx="2648843" cy="133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242" y="262666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Жайворонок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7242" y="2894930"/>
            <a:ext cx="231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Чіткий пік працездатності в першій половині дня — найскладнішу аналітику виконую зранку. Ближче до вечора концентрація помітно падає.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0360" y="2488406"/>
            <a:ext cx="2648917" cy="1338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5772" y="262666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🏋️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Тренування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35772" y="2894930"/>
            <a:ext cx="231524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Коли регулярно ходжу в зал, тіло «проситься» на навантаження у звичний час. Пропуск збиває ритм.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8964" y="2488406"/>
            <a:ext cx="2648843" cy="13386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4375" y="2626668"/>
            <a:ext cx="1560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😴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Голод і сонливість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94375" y="2894930"/>
            <a:ext cx="231517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Приходять приблизно за розкладом — ще один прояв внутрішнього біологічного годинника.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4082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Соціальний час: робота та навчання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00196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Соціальний час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управління часом у контексті міжособистісних стосунків та спільної діяльності, коли планування залежить від взаємодії з іншими.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266238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Робота в EPAM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980209"/>
            <a:ext cx="2210098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Робочий день з 10 до 19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Дейлі, планування спринтів, слоти в Google Calendar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Синхронізація з колегами в різних локаціях і часових поясах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013546" y="266238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Навчання та сім'я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3546" y="2980209"/>
            <a:ext cx="2210098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Графік сесій і дедлайни в магістратурі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Сімейний графік із двома дітьми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Постійне узгодження кількох груп одночасно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7759"/>
            <a:ext cx="656897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Мій психологічний час: особливості СДВГ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9332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Психологічний час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суб'єктивне сприйняття тривалості подій, що залежить від емоцій, уваги та когнітивних процесів.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31318"/>
            <a:ext cx="574997" cy="574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6121" y="2331318"/>
            <a:ext cx="188386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Гіперфокус на цікавих задачах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26121" y="2793429"/>
            <a:ext cx="188386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Коли задача цікава — провалююся в неї так, що години минають непомітно. Рутина тягнеться болісно довго.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991" y="2331318"/>
            <a:ext cx="574997" cy="5749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4993" y="23313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Потреба в ізоляції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4993" y="2599581"/>
            <a:ext cx="18839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Для реальної концентрації потрібне повністю ізольоване приміщення — без шуму, людей, сповіщень, соцмереж.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939" y="2331318"/>
            <a:ext cx="574997" cy="5749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3941" y="2331318"/>
            <a:ext cx="18839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Хронічна недооцінка часу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63941" y="2793429"/>
            <a:ext cx="18839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Суб'єктивно здається, що встигну швидше, ніж виходить насправді — звідси запізнення та прострочені задачі.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5112"/>
            <a:ext cx="480089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Економічний час: фази циклу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170682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82981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Піднесення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26834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Пожвавлення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2981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Депресія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2981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Криза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1146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Економічний час у тайм-менеджменті — раціональне використання обмеженого часу для максимального досягнення цілей за мінімальних витрат.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116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Економічний час: особистий досвід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92300"/>
            <a:ext cx="2299395" cy="16964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00402" y="1585317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063380" y="19884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Криза та спад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063380" y="2256681"/>
            <a:ext cx="202287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Зростання цін та інфляція змушували переглядати сімейний бюджет, особливо з двома маленькими дітьми.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8487" y="1492300"/>
            <a:ext cx="2299395" cy="16964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23770" y="1585317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6486748" y="19884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Пожвавлення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86748" y="2256681"/>
            <a:ext cx="20228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Ситуація поступово стабілізувалася — поверталася впевненість у плануванні витрат.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312765"/>
            <a:ext cx="4722763" cy="12995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2086" y="340578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063380" y="380888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ІТ-цикли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063380" y="4077146"/>
            <a:ext cx="444624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ІТ-галузь теж проходить цикли підйому й охолодження попиту — циклічність знайома і з професійного боку.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932"/>
            <a:ext cx="63680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Підсумок: час як багатовимірний ресурс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6650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Практичне заняття показало, що час — це не лише фізична величина, а складна система взаємопов'язаних вимірів.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404491"/>
            <a:ext cx="2634555" cy="1210717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620092" y="1528465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5F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412" y="1630710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202450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Фізичний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0092" y="2292772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Об'єктивні, вимірювані інтервали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54648" y="1404491"/>
            <a:ext cx="2634630" cy="1210717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0" name="Shape 7"/>
          <p:cNvSpPr/>
          <p:nvPr/>
        </p:nvSpPr>
        <p:spPr>
          <a:xfrm>
            <a:off x="3378622" y="1528465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5F3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0941" y="1630710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8622" y="202450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Біологічний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78622" y="2292772"/>
            <a:ext cx="23866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Біоритми та піки енергії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13252" y="1404491"/>
            <a:ext cx="2634555" cy="1210717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5" name="Shape 11"/>
          <p:cNvSpPr/>
          <p:nvPr/>
        </p:nvSpPr>
        <p:spPr>
          <a:xfrm>
            <a:off x="6137225" y="1528465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5F3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9545" y="1630710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7225" y="202450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Соціальний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37225" y="2292772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Синхронізація з командою та сім'єю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96119" y="2739182"/>
            <a:ext cx="4013820" cy="1210717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20" name="Shape 15"/>
          <p:cNvSpPr/>
          <p:nvPr/>
        </p:nvSpPr>
        <p:spPr>
          <a:xfrm>
            <a:off x="620092" y="2863155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5F3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412" y="2965400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0092" y="335920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Психологічний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0092" y="3627462"/>
            <a:ext cx="37658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Суб'єктивне сприйняття, СДВГ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633913" y="2739182"/>
            <a:ext cx="4013895" cy="1210717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25" name="Shape 19"/>
          <p:cNvSpPr/>
          <p:nvPr/>
        </p:nvSpPr>
        <p:spPr>
          <a:xfrm>
            <a:off x="4757886" y="2863155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5F3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0206" y="2965400"/>
            <a:ext cx="167432" cy="1674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7886" y="335920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Економічний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757886" y="3627462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Цикли підйому та спаду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96119" y="4089425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FCB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92" y="4269209"/>
            <a:ext cx="155004" cy="1239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9071" y="4232002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Ефективний тайм-менеджмент — це узгодження всіх п'яти вимірів часу для досягнення максимальної продуктивності.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2026-06-15T14:27:35Z</dcterms:created>
  <dcterms:modified xsi:type="dcterms:W3CDTF">2026-06-15T14:27:35Z</dcterms:modified>
</cp:coreProperties>
</file>
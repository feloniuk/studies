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Case Study: Критичне мислення у бізнесі та житті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Рефлексія за результатами проходження курсу на платформі Prometheus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 що цей курс?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219027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Курс присвячений тому, як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свідомо й структуровано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підходити до складних, неоднозначних задач — замість того, щоб діяти на автоматизмах та під впливом емоцій чи когнітивних викривлень.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Починається з правильного запитання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Критичне мислення починається 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чіткого формулювання проблеми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Дуже часто час витрачається не тому, що задача складна, а тому що ми взялися розв'язувати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ту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задачу.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29073"/>
            <a:ext cx="48675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Урок для бізнес-аналітика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08720" y="2515046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Половина успіху — правильно зрозуміти й переформулювати реальну потребу замовника, а не перший-ліпший «хотілка».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328761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 майже дослівно збігається з практикою роботи бізнес-аналітика.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5421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Факти vs. Судження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2280717"/>
            <a:ext cx="2641774" cy="13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2441525"/>
            <a:ext cx="17955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Перевіряй аргументи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748037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Відрізняй факт від судження, не довіряй сліпо першому враженню.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2280717"/>
            <a:ext cx="2641774" cy="13085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8560" y="2441525"/>
            <a:ext cx="20632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Остерігайся упереджень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8560" y="2748037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Підтвердження власної думки, ефект якоря та інші типові когнітивні пастки.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033" y="2280717"/>
            <a:ext cx="2641774" cy="13085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3042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Тверезо оцінюй час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3042" y="2748037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Реалістично планувати задачі — не покладатися на оптимістичну інтуїцію.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456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 Case Study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1321073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3503529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Оцінити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81" y="3503529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Розглянути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6226" y="3503529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Розкласти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32211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Перш ніж ухвалити рішення — розібрати, зважити, порівняти.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3766914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Зв'язок із пріоритезацією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966713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2651894"/>
            <a:ext cx="368595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Метод case study — це той самий підхід, що й у пріоритезації справ: спершу розібратися, що важливо, а вже потім діяти.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Критичне мислення економить час «на вході»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Кілька хвилин на уточнення проблеми та альтернатив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рятують години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від роботи в хибному напрямі та подальших переробок.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368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Контрольні запитання для щоденного планування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203177"/>
            <a:ext cx="2622724" cy="1293465"/>
          </a:xfrm>
          <a:prstGeom prst="roundRect">
            <a:avLst>
              <a:gd name="adj" fmla="val 1644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2344936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2461840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911971"/>
            <a:ext cx="213114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Яка справжня проблема?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260601" y="2203177"/>
            <a:ext cx="2622724" cy="1293465"/>
          </a:xfrm>
          <a:prstGeom prst="roundRect">
            <a:avLst>
              <a:gd name="adj" fmla="val 1644"/>
            </a:avLst>
          </a:prstGeom>
          <a:solidFill>
            <a:srgbClr val="F0EDE6"/>
          </a:solidFill>
          <a:ln/>
        </p:spPr>
      </p:sp>
      <p:sp>
        <p:nvSpPr>
          <p:cNvPr id="8" name="Shape 5"/>
          <p:cNvSpPr/>
          <p:nvPr/>
        </p:nvSpPr>
        <p:spPr>
          <a:xfrm>
            <a:off x="3402360" y="2344936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2461840"/>
            <a:ext cx="191319" cy="1913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02360" y="2911971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 чому ґрунтується мій висновок?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025083" y="2203177"/>
            <a:ext cx="2622724" cy="1293465"/>
          </a:xfrm>
          <a:prstGeom prst="roundRect">
            <a:avLst>
              <a:gd name="adj" fmla="val 1644"/>
            </a:avLst>
          </a:prstGeom>
          <a:solidFill>
            <a:srgbClr val="F0EDE6"/>
          </a:solidFill>
          <a:ln/>
        </p:spPr>
      </p:sp>
      <p:sp>
        <p:nvSpPr>
          <p:cNvPr id="12" name="Shape 8"/>
          <p:cNvSpPr/>
          <p:nvPr/>
        </p:nvSpPr>
        <p:spPr>
          <a:xfrm>
            <a:off x="6166842" y="2344936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2461840"/>
            <a:ext cx="191319" cy="1913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66842" y="29119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Які є інші варіанти?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6119" y="365611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Цю звичку зупинятися й ставити собі контрольні запитання я свідомо переношу і в щоденне планування, і в робочі завдання.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6449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Головний висновок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137720" y="2479551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Критичне мислення — це не лише інструмент аналізу, а й навичка тайм-менеджменту: правильно поставлене запитання на початку економить найцінніший ресурс — час.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2026-06-15T14:32:41Z</dcterms:created>
  <dcterms:modified xsi:type="dcterms:W3CDTF">2026-06-15T14:32:41Z</dcterms:modified>
</cp:coreProperties>
</file>
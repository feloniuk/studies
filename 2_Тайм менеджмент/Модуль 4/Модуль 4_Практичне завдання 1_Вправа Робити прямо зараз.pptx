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87228"/>
            <a:ext cx="492464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Вправа: «Робити прямо зараз!»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60811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Практичний інструмент управління часом — складіть список завдань негайного виконання, розподіліть їх за значущістю і приступайте до них у будь-який вільний момент.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8493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Головна проблема: несвоєчасність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111154" y="2585591"/>
            <a:ext cx="4993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Несвоєчасне виконання справ — от що створює Вам проблеми.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25119" y="3063106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Більшість труднощів виникає не через складність завдань, а через звичку відкладати навіть дрібниці. Усвідомлення цього — перший і найважливіший крок до змін.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414813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Чотири ключові питання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27212"/>
            <a:ext cx="4013895" cy="1299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8652" y="1720230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34380" y="2123331"/>
            <a:ext cx="23703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Чи можна зробити прямо зараз?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4380" y="2391594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Оцініть реальну можливість виконати завдання негайно.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627212"/>
            <a:ext cx="4013895" cy="12995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6520" y="1720230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772248" y="2123331"/>
            <a:ext cx="19588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Чи доцільно робити зараз?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72248" y="2391594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Чи є умови та контекст для ефективного виконання саме зараз?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50753"/>
            <a:ext cx="4013895" cy="11011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28652" y="3143771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34380" y="3546872"/>
            <a:ext cx="199727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Що буде, якщо не зробити?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34380" y="3815135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Які наслідки зволікання для вас і оточуючих?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3050753"/>
            <a:ext cx="4013895" cy="11011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66520" y="3143771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772248" y="354687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Який крайній строк?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772248" y="3815135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Визначте чіткий дедлайн для кожного завдання.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10556"/>
            <a:ext cx="453390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Список справ: пріоритет 1–2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2284140"/>
            <a:ext cx="4103191" cy="1148804"/>
          </a:xfrm>
          <a:prstGeom prst="roundRect">
            <a:avLst>
              <a:gd name="adj" fmla="val 1620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2408113"/>
            <a:ext cx="28615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📧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Відповісти на лист замовника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725936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Займає 5 хвилин. Від відповіді залежить робота двох людей у команді. Якщо відкласти — заблокую їх до завтра.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Крайній строк: сьогодні до обіду.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2408113"/>
            <a:ext cx="360528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📝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Зафіксувати домовленості після наради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725936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Поки все свіже в пам'яті. Якщо відкласти на вечір — половину деталей буде забуто, доведеться перепитувати.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Строк: перші 10 хвилин після зустрічі.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04665"/>
            <a:ext cx="457854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Список справ: пріоритет 3–5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240235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542627" y="226349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99145" y="2282875"/>
            <a:ext cx="175795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Внести правку у вимоги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9145" y="2551137"/>
            <a:ext cx="221084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Кілька хвилин роботи. Ризик: розробник почне за застарілою версією. Строк — до того, як задача піде в роботу.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64991" y="2240235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8" name="Text 6"/>
          <p:cNvSpPr/>
          <p:nvPr/>
        </p:nvSpPr>
        <p:spPr>
          <a:xfrm>
            <a:off x="3311500" y="226349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68018" y="2282875"/>
            <a:ext cx="22109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Записатися на медичне обстеження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68018" y="2744986"/>
            <a:ext cx="22109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Один дзвінок. Відкладається вже місяцями. Наслідок зволікання — згаяний час і ризик для здоров'я. Строк — цей тиждень.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3939" y="2240235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447" y="226349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36965" y="2282875"/>
            <a:ext cx="213955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Розібрати накопичену пошту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6965" y="2551137"/>
            <a:ext cx="22109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Блок на 15 хвилин. Поки список короткий — зробити зараз; інакше він розростеться й тиснутиме психологічно.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88034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Принцип у дії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461617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Кожне завдання зі списку було перевірено чотирма питаннями. Результат: більшість справ можна і доцільно виконати негайно — вони займають лічені хвилини, але їхня несвоєчасність блокує роботу інших і накопичує психологічний тиск.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46945"/>
            <a:ext cx="444058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Ключове відкриття вправи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2154" y="2522041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 витрачаю чимало винахідливості, щоб переконливо пояснити собі, чому справу можна відкласти.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99955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Якщо спрямувати рівно стільки ж кмітливості на те, щоб зробити справу одразу — більшість дрібних завдань просто перестають накопичуватися й тиснути.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4629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Виявляйте винахідливість — щоб робити, а не відкладати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457748"/>
            <a:ext cx="8151763" cy="913135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2457748"/>
            <a:ext cx="4075881" cy="913135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258172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Стара звичка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0092" y="2849984"/>
            <a:ext cx="38279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Шукати причини відкласти: «не час», «не готовий», «зроблю пізніше».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0" y="2457748"/>
            <a:ext cx="4075881" cy="913135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2457748"/>
            <a:ext cx="14288" cy="913135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9" name="Text 7"/>
          <p:cNvSpPr/>
          <p:nvPr/>
        </p:nvSpPr>
        <p:spPr>
          <a:xfrm>
            <a:off x="4695974" y="258172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Нова навичка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5974" y="2849984"/>
            <a:ext cx="38279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Спрямовувати ту саму кмітливість на негайне виконання — і справи перестають накопичуватися.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6119" y="351040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Перетворіть принцип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«Зробити це зараз же»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на свою робочу звичку — свідомо і послідовно.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6462"/>
            <a:ext cx="402751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Перший крок — негайно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2150046"/>
            <a:ext cx="4722763" cy="682079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2329830"/>
            <a:ext cx="155004" cy="1239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28071" y="2292623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Додайте у свій список справ: «Приступити до використання одного з інструментів організації часу» — і зробіть це сьогодні ж!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3925119" y="2971651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Конкретний інструмент: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планувальник задач із фіксованими «вікнами» для глибокої роботи.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Не завтра, не «з понеділка» — сьогодні. Перший крок і є найважливішим.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4952"/>
            <a:ext cx="527595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Висновок: «Зробити це зараз же»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1200522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3382978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Діяти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81" y="3382978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Запитати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6226" y="3382978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Впізнати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4181624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Усвідомте, що несвоєчасність — джерело проблем. Перевіряйте кожне завдання чотирма питаннями. Дійте негайно — і принцип «зробити це зараз же» стане вашою найпотужнішою робочою навичкою.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2026-06-15T14:32:04Z</dcterms:created>
  <dcterms:modified xsi:type="dcterms:W3CDTF">2026-06-15T14:32:04Z</dcterms:modified>
</cp:coreProperties>
</file>
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0416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Методика КОС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5975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Оцінка комунікативних і організаторських схильностей (В.В. Синявський і Б.О. Федоришин)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072854"/>
            <a:ext cx="1961257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115345"/>
            <a:ext cx="224834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ОЛЕКСАНДР ГОРДІЙ · 12.06.2026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 методику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701626"/>
            <a:ext cx="2628230" cy="2395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Методика КОС оцінює рівень розвитку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комунікативних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та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організаторських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схильностей, що проявляються в різних сферах діяльності, поведінки та міжособистісного спілкування.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Проводиться індивідуально або в групі. Респондент відповідає «+» (згоден) або «–» (не згоден) на 40 запитань загального характеру.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0805"/>
            <a:ext cx="519112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Інструкція для респондента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2167310"/>
            <a:ext cx="2641774" cy="15353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23281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Відповідайте швидко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14077" y="2634630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 витрачайте багато часу на обмірковування — орієнтуйтеся на типові ситуації.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2167310"/>
            <a:ext cx="2641774" cy="15353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8560" y="23281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«+» або «–»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78560" y="2634630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Якщо згодні — ставте «+», якщо не згодні — «–». Стежте, щоб номер питання збігався з номером клітинки.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6033" y="2167310"/>
            <a:ext cx="2641774" cy="15353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3042" y="23281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Без прикрас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43042" y="2634630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 намагайтеся справити заздалегідь приємне враження. Важливий сумарний бал, а не окрема відповідь.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49773" y="1396157"/>
            <a:ext cx="629810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Структура опитувальника та ключ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38919" y="212266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40 запитань розподілені між двома шкалами. Збіги підраховуються окремо.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508945"/>
            <a:ext cx="8151763" cy="1238399"/>
          </a:xfrm>
          <a:prstGeom prst="roundRect">
            <a:avLst>
              <a:gd name="adj" fmla="val 171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1030" y="2513707"/>
            <a:ext cx="2035522" cy="408831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185589" y="2603525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Шкала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36552" y="2513707"/>
            <a:ext cx="3012579" cy="408831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8" name="Text 6"/>
          <p:cNvSpPr/>
          <p:nvPr/>
        </p:nvSpPr>
        <p:spPr>
          <a:xfrm>
            <a:off x="2223492" y="2603525"/>
            <a:ext cx="31814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«+» так (питання)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49131" y="2513707"/>
            <a:ext cx="3093988" cy="408831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0" name="Text 8"/>
          <p:cNvSpPr/>
          <p:nvPr/>
        </p:nvSpPr>
        <p:spPr>
          <a:xfrm>
            <a:off x="5236071" y="2603525"/>
            <a:ext cx="32652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«–» ні (питання)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589" y="3014737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Комунікативні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23492" y="3014737"/>
            <a:ext cx="31814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1, 5, 9, 13, 17, 21, 25, 29, 33, 37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6071" y="3014737"/>
            <a:ext cx="32652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3, 7, 11, 15, 19, 23, 27, 31, 35, 39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5589" y="3425949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Організаторські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23492" y="3425949"/>
            <a:ext cx="31814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2, 6, 10, 14, 18, 22, 26, 30, 34, 38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36071" y="3425949"/>
            <a:ext cx="32652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4, 8, 12, 16, 20, 24, 28, 32, 36, 40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6563" y="60513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Обробка результатів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8686" y="1331640"/>
            <a:ext cx="3266629" cy="282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2435" y="3388891"/>
            <a:ext cx="1190129" cy="45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Поділити на 20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228092" y="3388891"/>
            <a:ext cx="1190129" cy="45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Порахувати Kx та Ox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8919" y="431155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Коефіцієнти </a:t>
            </a:r>
            <a:pPr rtl="1" algn="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Кк = Кх / 20</a:t>
            </a:r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та </a:t>
            </a:r>
            <a:pPr rtl="1" algn="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 = Ох / 20</a:t>
            </a:r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зіставляються зі шкалою оцінок від 1 до 5 для визначення рівня схильностей.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6563" y="97244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Шкала оцінок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98947"/>
            <a:ext cx="8151763" cy="2472035"/>
          </a:xfrm>
          <a:prstGeom prst="roundRect">
            <a:avLst>
              <a:gd name="adj" fmla="val 86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030" y="1703710"/>
            <a:ext cx="1628403" cy="408831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185589" y="1793528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29433" y="1703710"/>
            <a:ext cx="1628403" cy="408831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7" name="Text 5"/>
          <p:cNvSpPr/>
          <p:nvPr/>
        </p:nvSpPr>
        <p:spPr>
          <a:xfrm>
            <a:off x="1813992" y="1793528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57836" y="1703710"/>
            <a:ext cx="1628403" cy="408831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3442395" y="1793528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Оцінка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86239" y="1703710"/>
            <a:ext cx="3256880" cy="408831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1" name="Text 9"/>
          <p:cNvSpPr/>
          <p:nvPr/>
        </p:nvSpPr>
        <p:spPr>
          <a:xfrm>
            <a:off x="5070797" y="1793528"/>
            <a:ext cx="34305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Рівень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5589" y="2204740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0,10–0,45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13992" y="2204740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0,20–0,55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2395" y="2204740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0797" y="2204740"/>
            <a:ext cx="34305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Низький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5589" y="2615952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0,46–0,55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13992" y="2615952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0,56–0,65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42395" y="2615952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0797" y="2615952"/>
            <a:ext cx="34305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Нижче середнього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5589" y="3027164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0,56–0,65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13992" y="3027164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0,66–0,70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42395" y="3027164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0797" y="3027164"/>
            <a:ext cx="34305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Середній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5589" y="3438376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0,66–0,75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13992" y="3438376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0,71–0,80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42395" y="3438376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0797" y="3438376"/>
            <a:ext cx="34305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Високий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5589" y="3849588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0,76–1,00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13992" y="3849588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0,81–1,00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42395" y="3849588"/>
            <a:ext cx="18020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70797" y="3849588"/>
            <a:ext cx="34305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Дуже високий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6747"/>
            <a:ext cx="3059906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Мої результати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96119" y="898773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15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2206823" y="1351657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Кх — збіги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6119" y="1560165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Комунікативна шкала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96119" y="1909465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14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2206823" y="2362349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Ох — збіги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96119" y="2570857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Організаторська шкала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96119" y="2920157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0,75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2206823" y="3373041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Кк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6119" y="3581549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Оцінка </a:t>
            </a:r>
            <a:pPr algn="ctr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pPr algn="ct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високий рівень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6119" y="3930848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0,70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2206823" y="4383732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6119" y="4592241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Оцінка </a:t>
            </a:r>
            <a:pPr algn="ctr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pPr algn="ct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середній рівень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090"/>
            <a:ext cx="738887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Інтерпретація: комунікативні схильності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24339" y="1248147"/>
            <a:ext cx="2628230" cy="552748"/>
          </a:xfrm>
          <a:prstGeom prst="roundRect">
            <a:avLst>
              <a:gd name="adj" fmla="val 3847"/>
            </a:avLst>
          </a:prstGeom>
          <a:solidFill>
            <a:srgbClr val="B6FCB8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098" y="1463204"/>
            <a:ext cx="177180" cy="1417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85037" y="1411114"/>
            <a:ext cx="24829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Оцінка 4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високий рівень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024339" y="1960364"/>
            <a:ext cx="2628230" cy="262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Як бізнес-аналітик EPAM я щодня працюю на стику людей і завдань: збираю вимоги, узгоджую суперечливі позиції, виступаю на демо та воркшопах. Легко встановлюю контакт із незнайомими людьми, не розгублююся в новій обстановці, відстоюю власну позицію.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Водночас свідомо обираю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вузьке, але якісне оточення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це зріла вибірковість, а не брак товариськості.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93502"/>
            <a:ext cx="6018014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Інтерпретація: організаторські схильності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50912" y="2153022"/>
            <a:ext cx="3685952" cy="368796"/>
          </a:xfrm>
          <a:prstGeom prst="roundRect">
            <a:avLst>
              <a:gd name="adj" fmla="val 4505"/>
            </a:avLst>
          </a:prstGeom>
          <a:solidFill>
            <a:srgbClr val="C3EED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640" y="2313608"/>
            <a:ext cx="138410" cy="110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0779" y="2258541"/>
            <a:ext cx="367255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Оцінка 3 —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середній рівень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50912" y="2619152"/>
            <a:ext cx="3685952" cy="866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Беру ініціативу, коли питання зачіпає спільний результат, умію організувати роботу навколо завдання.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Проте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особиста самоорганізація — слабке місце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схильний відкладати справи, часом запізнююся. Невелика тяга до суто формальної «громадської» активності також знизила коефіцієнт.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50" y="966713"/>
            <a:ext cx="3685952" cy="36859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697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Висновки для тайм-менеджменту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555552"/>
            <a:ext cx="2290465" cy="1945556"/>
          </a:xfrm>
          <a:prstGeom prst="roundRect">
            <a:avLst>
              <a:gd name="adj" fmla="val 1093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6973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Встановлювати межі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003822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Висока контактність «з'їдає» час — планувати чіткі «вікна» для глибокої роботи.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555552"/>
            <a:ext cx="2290539" cy="1945556"/>
          </a:xfrm>
          <a:prstGeom prst="roundRect">
            <a:avLst>
              <a:gd name="adj" fmla="val 1093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1697310"/>
            <a:ext cx="20070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Боротися з прокрастинацією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225278"/>
            <a:ext cx="20070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Особиста самоорганізація — зона росту. Свідомо працювати над пунктуальністю та доведенням задач до кінця.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642866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7846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Делегувати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4091136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Спираючись на ініціативність, передавати частину організаційних завдань команді.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2026-06-15T15:05:41Z</dcterms:created>
  <dcterms:modified xsi:type="dcterms:W3CDTF">2026-06-15T15:05:41Z</dcterms:modified>
</cp:coreProperties>
</file>
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9272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Процес прийняття управлінських рішень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853854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Вибір пріоритетних справ, принципи пріоритетності, АБВ-аналіз, принцип Парето, аналіз за Ейзенхауером та принцип квадранта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26865"/>
            <a:ext cx="421950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Проблема пріоритетності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800448"/>
            <a:ext cx="4103191" cy="2116187"/>
          </a:xfrm>
          <a:prstGeom prst="roundRect">
            <a:avLst>
              <a:gd name="adj" fmla="val 879"/>
            </a:avLst>
          </a:prstGeom>
          <a:solidFill>
            <a:srgbClr val="1B5F39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92442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Головна дилема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242245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Справ завжди більше, ніж часу. Менеджер змушений вирішувати, чому віддати першочергове значення, а чому — другорядне. Усі справи виконати неможливо.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924422"/>
            <a:ext cx="234456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Навіщо систематизувати?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242245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Визначення пріоритетності часто роблять несвідомо й несистемно. Перетворення цього процесу на свідому процедуру дозволяє: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949253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Працювати лише над дійсно важливими завданнями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Укладатися в терміни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Зменшувати ймовірність конфліктів і стресів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Мотивувати себе і підлеглих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87228"/>
            <a:ext cx="456894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Два критерії пріоритетності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560811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 основі вибору пріоритетів лежать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терміновість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і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важливість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завдання. Важливо позбутися «тиранії нагальності»: термінова справа далеко не завжди є найважливішою, хоча саме вона найгучніше «вимагає» уваги.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9811"/>
            <a:ext cx="368461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Чотири групи завдань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745382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620092" y="186935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Термінові + Важливі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0092" y="2137618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Виконує сам керівник — відкладання створить серйозні проблеми.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33987" y="1745382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4757961" y="1869356"/>
            <a:ext cx="248833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Термінові + Середньої важливості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7961" y="2137618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Можна делегувати підлеглим без втрати якості результату.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2782491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620092" y="2906464"/>
            <a:ext cx="19594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Менш термінові + Важливі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0092" y="3174727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Можна відкласти або доручити, а пізніше виконати самостійно.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33987" y="2782491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4757961" y="2906464"/>
            <a:ext cx="20014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Менш термінові + Незначні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7961" y="3174727"/>
            <a:ext cx="37659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Слід передоручити або взагалі виключити зі списку справ.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6119" y="383515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Цей поділ підводить до трьох класичних методів вибору пріоритетів.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68945"/>
            <a:ext cx="3085877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Принцип Парето (80/20)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19808" y="1447354"/>
            <a:ext cx="1144265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20%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4272" y="865956"/>
            <a:ext cx="1395487" cy="13954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10581" y="235438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Зусиль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03759" y="2569443"/>
            <a:ext cx="317651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дають 80% результату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919808" y="3443808"/>
            <a:ext cx="1144265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80%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272" y="2862411"/>
            <a:ext cx="1395487" cy="13954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10581" y="435084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Зусиль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903759" y="4565898"/>
            <a:ext cx="317651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дають лише 20% віддачі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311997" y="834033"/>
            <a:ext cx="1686446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Практичний висновок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311997" y="1049089"/>
            <a:ext cx="3932858" cy="390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Існує реальна небезпека «загрузнути» у численних дрібних справах зі слабким результатом. Зусилля треба свідомо концентрувати на тих небагатьох завданнях, які приносять головний ефект.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4311997" y="1518196"/>
            <a:ext cx="3932858" cy="432346"/>
          </a:xfrm>
          <a:prstGeom prst="roundRect">
            <a:avLst>
              <a:gd name="adj" fmla="val 3228"/>
            </a:avLst>
          </a:prstGeom>
          <a:solidFill>
            <a:srgbClr val="FCF2B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015" y="1653034"/>
            <a:ext cx="116235" cy="930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14267" y="1604144"/>
            <a:ext cx="3537570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Слабкість принципу: він добре пояснює ситуацію постфактум, але не завжди підказує наперед, які саме справи опиняться у «цінних 20%».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1119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АБВ-аналіз (15/20/65)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6668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АБВ-аналіз розвиває ідею Парето й дає чіткіший інструмент сортування справ за вагомістю.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304678"/>
            <a:ext cx="2634555" cy="150762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0379" y="2411909"/>
            <a:ext cx="186035" cy="186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4380" y="2815010"/>
            <a:ext cx="23580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Категорія А — 15% справ / 65% значущості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4380" y="3277121"/>
            <a:ext cx="23580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Найважливіші завдання. Виконує особисто керівник у першу чергу.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4648" y="2304678"/>
            <a:ext cx="2634630" cy="150762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8908" y="2411909"/>
            <a:ext cx="186035" cy="1860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392909" y="2815010"/>
            <a:ext cx="235810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Категорія Б — 20% справ / 20% значущості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3392909" y="3277121"/>
            <a:ext cx="235810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Важливі завдання. Частину можна делегувати підлеглим.</a:t>
            </a:r>
            <a:endParaRPr lang="en-US" sz="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13252" y="2304678"/>
            <a:ext cx="2634555" cy="1507629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37512" y="2411909"/>
            <a:ext cx="186035" cy="18603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51513" y="2815010"/>
            <a:ext cx="23580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Категорія В — 65% справ / 15% результату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6151513" y="3277121"/>
            <a:ext cx="23580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«Текучка». По можливості виключити або передоручити повністю.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086496"/>
            <a:ext cx="369264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Матриця Ейзенхауера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660079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Квадрант Ейзенхауера розкладає всі справи за двома осями —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важливість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і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терміновість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на чотири квадранти, кожен з яких визначає стратегію дій.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74452"/>
            <a:ext cx="4269358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Чотири квадранти Ейзенхауера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865510"/>
            <a:ext cx="6553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643" y="4618806"/>
            <a:ext cx="8557840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Менеджер починає роботу з найважливіших справ, концентрується на них, а себе розвантажує, делегуючи частину завдань підлеглим — що водночас їх мотивує.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90042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Порівняння методів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25613"/>
            <a:ext cx="1150069" cy="7107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9134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Принцип Парето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3059609"/>
            <a:ext cx="261386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Нагадує, що головний результат дає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меншість справ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Пояснює ситуацію, але не завжди підказує наперед.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991" y="1925613"/>
            <a:ext cx="1150069" cy="7107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64991" y="279134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АБВ-аналіз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64991" y="3059609"/>
            <a:ext cx="26139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Дозволяє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формалізовано відібрати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справи за вагомістю. Поєднує ідеї важливості та цінності часу.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939" y="1925613"/>
            <a:ext cx="1150069" cy="7107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33939" y="2791346"/>
            <a:ext cx="16546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Квадрант Ейзенхауера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033939" y="3059609"/>
            <a:ext cx="261394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Додає критерій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терміновості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до важливості. Підказує: що робити, що планувати, що делегувати, від чого відмовитись.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09005"/>
            <a:ext cx="373640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Практичний висновок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782589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Жоден із методів не варто абсолютизувати — на практиці вони працюють у зв'язці.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Парето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нагадує про цінність меншості справ;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АБВ-аналіз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формалізує їх відбір;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квадрант Ейзенхауера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додає терміновість і визначає стратегію дій.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2517502"/>
            <a:ext cx="4722763" cy="1277466"/>
          </a:xfrm>
          <a:prstGeom prst="roundRect">
            <a:avLst>
              <a:gd name="adj" fmla="val 1457"/>
            </a:avLst>
          </a:prstGeom>
          <a:solidFill>
            <a:srgbClr val="B6FCB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92" y="2697287"/>
            <a:ext cx="155004" cy="123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9071" y="2660079"/>
            <a:ext cx="419583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Щоранку перед початком роботи: виділити «справи категорії А», поставити їх на найкращий час доби, термінову дрібноту делегувати, а неважливе й нетермінове прибрати зі списку зовсім. Саме так процес прийняття рішень про пріоритети перетворюється з інтуїтивного на керований.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2026-06-15T14:43:06Z</dcterms:created>
  <dcterms:modified xsi:type="dcterms:W3CDTF">2026-06-15T14:43:06Z</dcterms:modified>
</cp:coreProperties>
</file>